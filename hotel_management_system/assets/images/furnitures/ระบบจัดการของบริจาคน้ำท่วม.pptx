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x="18288000" cy="10287000"/>
  <p:notesSz cx="6858000" cy="9144000"/>
  <p:embeddedFontLst>
    <p:embeddedFont>
      <p:font typeface="Adirek Sans" charset="1" panose="00000000000000000000"/>
      <p:regular r:id="rId53"/>
    </p:embeddedFont>
    <p:embeddedFont>
      <p:font typeface="Adirek Sans Bold" charset="1" panose="00000000000000000000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7565" y="3540780"/>
            <a:ext cx="16672870" cy="188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9"/>
              </a:lnSpc>
              <a:spcBef>
                <a:spcPct val="0"/>
              </a:spcBef>
            </a:pPr>
            <a:r>
              <a:rPr lang="en-US" sz="11035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ระบบจัดการของบริจาคน้ำท่วม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16278" y="5685451"/>
            <a:ext cx="6855445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</a:pPr>
            <a:r>
              <a:rPr lang="en-US" sz="59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671463042 อมรเทพ ถายะ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61592"/>
            <a:ext cx="14579002" cy="147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39"/>
              </a:lnSpc>
              <a:spcBef>
                <a:spcPct val="0"/>
              </a:spcBef>
            </a:pPr>
            <a:r>
              <a:rPr lang="en-US" sz="1103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วัตถุประสงค์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82618" y="3087678"/>
            <a:ext cx="13352674" cy="173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เพื่อพัฒนาระบบ ระบบบริหารจัดการการช่วยเหลือผู้ประสบอุทกภัย</a:t>
            </a:r>
          </a:p>
          <a:p>
            <a:pPr algn="l">
              <a:lnSpc>
                <a:spcPts val="69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92483" y="933450"/>
            <a:ext cx="160079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ข</a:t>
            </a:r>
            <a:r>
              <a:rPr lang="en-US" b="true" sz="5199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อบเขต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92483" y="1996405"/>
            <a:ext cx="15655014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มือถือสำหรับ</a:t>
            </a:r>
            <a:r>
              <a:rPr lang="en-US" sz="5000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เจ้าหน้าที่ภาคสนามเพื่อใช้ในการดูแผนที่และบันทึกการส่งมอบ</a:t>
            </a: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คอมพิวเตอร์สำหรับผู้ดูแลระบบ เพื่อใช้ในการบริหารจัดการภารกิจและดูสถิติ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05382" y="8604382"/>
            <a:ext cx="653918" cy="653918"/>
          </a:xfrm>
          <a:custGeom>
            <a:avLst/>
            <a:gdLst/>
            <a:ahLst/>
            <a:cxnLst/>
            <a:rect r="r" b="b" t="t" l="l"/>
            <a:pathLst>
              <a:path h="653918" w="653918">
                <a:moveTo>
                  <a:pt x="0" y="0"/>
                </a:moveTo>
                <a:lnTo>
                  <a:pt x="653918" y="0"/>
                </a:lnTo>
                <a:lnTo>
                  <a:pt x="653918" y="653918"/>
                </a:lnTo>
                <a:lnTo>
                  <a:pt x="0" y="653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408098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ส</a:t>
            </a:r>
            <a:r>
              <a:rPr lang="en-US" b="true" sz="5199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่วนของผู้ประสบภัย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0563" y="2434155"/>
            <a:ext cx="17286874" cy="601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230627" indent="-615313" lvl="1">
              <a:lnSpc>
                <a:spcPts val="7979"/>
              </a:lnSpc>
              <a:buFont typeface="Arial"/>
              <a:buChar char="•"/>
            </a:pPr>
            <a:r>
              <a:rPr lang="en-US" sz="56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สามารถระบุตำแหน</a:t>
            </a:r>
            <a:r>
              <a:rPr lang="en-US" sz="56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่งที่ต้องการความช่วยเหลือผ่านระบบพิกัดแผนที่ (GPS)</a:t>
            </a:r>
          </a:p>
          <a:p>
            <a:pPr algn="ctr" marL="1230627" indent="-615313" lvl="1">
              <a:lnSpc>
                <a:spcPts val="7979"/>
              </a:lnSpc>
              <a:buFont typeface="Arial"/>
              <a:buChar char="•"/>
            </a:pPr>
            <a:r>
              <a:rPr lang="en-US" sz="56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สามารถเลือกรายการสิ่งของจำเป็นที่ต้องการ (Needs) เพื่อให้ได้รับความช่วยเหลือ</a:t>
            </a:r>
          </a:p>
          <a:p>
            <a:pPr algn="ctr" marL="1230627" indent="-615313" lvl="1">
              <a:lnSpc>
                <a:spcPts val="7979"/>
              </a:lnSpc>
              <a:buFont typeface="Arial"/>
              <a:buChar char="•"/>
            </a:pPr>
            <a:r>
              <a:rPr lang="en-US" sz="56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สามารถติดตามสถานการณ์ช่วยเหลือได้แบบเรียลไทม์</a:t>
            </a:r>
          </a:p>
          <a:p>
            <a:pPr algn="ctr" marL="1230627" indent="-615313" lvl="1">
              <a:lnSpc>
                <a:spcPts val="7979"/>
              </a:lnSpc>
              <a:buFont typeface="Arial"/>
              <a:buChar char="•"/>
            </a:pPr>
            <a:r>
              <a:rPr lang="en-US" sz="56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มีระบบ AI Chatbot ให้คำแนะนำการปฏิบัติตัวและการปฐมพยาบาลเบื้องต้น</a:t>
            </a:r>
          </a:p>
          <a:p>
            <a:pPr algn="ctr">
              <a:lnSpc>
                <a:spcPts val="79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2735" y="933450"/>
            <a:ext cx="563939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ส</a:t>
            </a:r>
            <a:r>
              <a:rPr lang="en-US" b="true" sz="5199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่วนของเจ้าหน้าที่ภาคสนาม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54031"/>
            <a:ext cx="16716080" cy="5682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65858" indent="-582929" lvl="1">
              <a:lnSpc>
                <a:spcPts val="7559"/>
              </a:lnSpc>
              <a:buFont typeface="Arial"/>
              <a:buChar char="•"/>
            </a:pPr>
            <a:r>
              <a:rPr lang="en-US" sz="53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 สามารถรับ ใบสั่งงานผ่านระบบ เพื่อทราบพิกัดเป้าหมายที่ต้องเข้าไปช่วยเหลือ</a:t>
            </a:r>
          </a:p>
          <a:p>
            <a:pPr algn="ctr" marL="1165858" indent="-582929" lvl="1">
              <a:lnSpc>
                <a:spcPts val="7559"/>
              </a:lnSpc>
              <a:buFont typeface="Arial"/>
              <a:buChar char="•"/>
            </a:pPr>
            <a:r>
              <a:rPr lang="en-US" sz="53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สามารถใช้ระบบนำทาง (Navigation) ไปยังหมุดผู้ประสบภัยตามลำดับความเร่งด่วน</a:t>
            </a:r>
          </a:p>
          <a:p>
            <a:pPr algn="ctr" marL="1165858" indent="-582929" lvl="1">
              <a:lnSpc>
                <a:spcPts val="7559"/>
              </a:lnSpc>
              <a:buFont typeface="Arial"/>
              <a:buChar char="•"/>
            </a:pPr>
            <a:r>
              <a:rPr lang="en-US" sz="53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  สามารถบันทึกการส่งมอบ (Proof of Delivery) ด้วยการถ่ายภาพและยืนยันพิกัด GPS เพื่อปิดงาน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2476"/>
            <a:ext cx="340352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ส</a:t>
            </a:r>
            <a:r>
              <a:rPr lang="en-US" sz="51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่วนของผู้บริจาค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5582" y="2215280"/>
            <a:ext cx="17205589" cy="293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209037" indent="-604519" lvl="1">
              <a:lnSpc>
                <a:spcPts val="7839"/>
              </a:lnSpc>
              <a:buFont typeface="Arial"/>
              <a:buChar char="•"/>
            </a:pPr>
            <a:r>
              <a:rPr lang="en-US" sz="55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สามารถตรวจสอบรายการสิ่งของที่พื้นที่ประสบภัยขาดแคลน (Wishlist)</a:t>
            </a:r>
          </a:p>
          <a:p>
            <a:pPr algn="ctr" marL="1209037" indent="-604519" lvl="1">
              <a:lnSpc>
                <a:spcPts val="7839"/>
              </a:lnSpc>
              <a:buFont typeface="Arial"/>
              <a:buChar char="•"/>
            </a:pPr>
            <a:r>
              <a:rPr lang="en-US" sz="55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สามารถลงทะเบียนแจ้งความประสงค์บริจาคและติดตามสถานะของที่บริจาคได้ผ่านภาพถ่ายยืนยัน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732476"/>
            <a:ext cx="774915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ส</a:t>
            </a:r>
            <a:r>
              <a:rPr lang="en-US" sz="51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่วนของผู้ดูแลระบบ (Admin)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50132" y="1896916"/>
            <a:ext cx="17205589" cy="392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209037" indent="-604519" lvl="1">
              <a:lnSpc>
                <a:spcPts val="7839"/>
              </a:lnSpc>
              <a:buFont typeface="Arial"/>
              <a:buChar char="•"/>
            </a:pPr>
            <a:r>
              <a:rPr lang="en-US" sz="55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  สามารถสร้างและมอบหมายภารกิจ (Mission Control) ให้ทีมกู้ภัยตามโซนพื้นที่ พร้อมระบบจองสินค้าในคลัง</a:t>
            </a:r>
          </a:p>
          <a:p>
            <a:pPr algn="ctr" marL="1209037" indent="-604519" lvl="1">
              <a:lnSpc>
                <a:spcPts val="7839"/>
              </a:lnSpc>
              <a:buFont typeface="Arial"/>
              <a:buChar char="•"/>
            </a:pPr>
            <a:r>
              <a:rPr lang="en-US" sz="55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สามารถบริหารจัดการคลังของบริจาคได้</a:t>
            </a:r>
          </a:p>
          <a:p>
            <a:pPr algn="ctr" marL="1209037" indent="-604519" lvl="1">
              <a:lnSpc>
                <a:spcPts val="7839"/>
              </a:lnSpc>
              <a:buFont typeface="Arial"/>
              <a:buChar char="•"/>
            </a:pPr>
            <a:r>
              <a:rPr lang="en-US" sz="55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 สามารถดูภาพรวม  เพื่อวิเคราะห์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35538" y="4194167"/>
            <a:ext cx="7749159" cy="1708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FFFFFF"/>
                </a:solidFill>
                <a:latin typeface="Adirek Sans"/>
                <a:ea typeface="Adirek Sans"/>
                <a:cs typeface="Adirek Sans"/>
                <a:sym typeface="Adirek Sans"/>
              </a:rPr>
              <a:t>UX UI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69076" y="1317256"/>
            <a:ext cx="7494774" cy="8800069"/>
          </a:xfrm>
          <a:custGeom>
            <a:avLst/>
            <a:gdLst/>
            <a:ahLst/>
            <a:cxnLst/>
            <a:rect r="r" b="b" t="t" l="l"/>
            <a:pathLst>
              <a:path h="8800069" w="7494774">
                <a:moveTo>
                  <a:pt x="0" y="0"/>
                </a:moveTo>
                <a:lnTo>
                  <a:pt x="7494774" y="0"/>
                </a:lnTo>
                <a:lnTo>
                  <a:pt x="7494774" y="8800068"/>
                </a:lnTo>
                <a:lnTo>
                  <a:pt x="0" y="8800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8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44107" y="141605"/>
            <a:ext cx="174471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หน้าแรก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18857" y="1798523"/>
            <a:ext cx="10450286" cy="8229600"/>
          </a:xfrm>
          <a:custGeom>
            <a:avLst/>
            <a:gdLst/>
            <a:ahLst/>
            <a:cxnLst/>
            <a:rect r="r" b="b" t="t" l="l"/>
            <a:pathLst>
              <a:path h="8229600" w="10450286">
                <a:moveTo>
                  <a:pt x="0" y="0"/>
                </a:moveTo>
                <a:lnTo>
                  <a:pt x="10450286" y="0"/>
                </a:lnTo>
                <a:lnTo>
                  <a:pt x="1045028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06119" y="370175"/>
            <a:ext cx="967576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หน้าล็อกอินหลังกดปุ่มบริจาค/ขอความช่วยเหลือ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45160" y="1619433"/>
            <a:ext cx="11197680" cy="8328275"/>
          </a:xfrm>
          <a:custGeom>
            <a:avLst/>
            <a:gdLst/>
            <a:ahLst/>
            <a:cxnLst/>
            <a:rect r="r" b="b" t="t" l="l"/>
            <a:pathLst>
              <a:path h="8328275" w="11197680">
                <a:moveTo>
                  <a:pt x="0" y="0"/>
                </a:moveTo>
                <a:lnTo>
                  <a:pt x="11197680" y="0"/>
                </a:lnTo>
                <a:lnTo>
                  <a:pt x="11197680" y="8328275"/>
                </a:lnTo>
                <a:lnTo>
                  <a:pt x="0" y="83282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43474" y="303234"/>
            <a:ext cx="108010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หน้าสมัครสมาชิกสำหรับปุ่มบริจาค/ขอความช่วยเหลือ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91789" y="1749475"/>
            <a:ext cx="11704422" cy="7959007"/>
          </a:xfrm>
          <a:custGeom>
            <a:avLst/>
            <a:gdLst/>
            <a:ahLst/>
            <a:cxnLst/>
            <a:rect r="r" b="b" t="t" l="l"/>
            <a:pathLst>
              <a:path h="7959007" w="11704422">
                <a:moveTo>
                  <a:pt x="0" y="0"/>
                </a:moveTo>
                <a:lnTo>
                  <a:pt x="11704422" y="0"/>
                </a:lnTo>
                <a:lnTo>
                  <a:pt x="11704422" y="7959007"/>
                </a:lnTo>
                <a:lnTo>
                  <a:pt x="0" y="79590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71615" y="537527"/>
            <a:ext cx="1054477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หน้าหลังจากกดเข้าสู่ระบบบริจาค/ขอความช่วยเหลือ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8103" y="1534048"/>
            <a:ext cx="15641197" cy="8368040"/>
          </a:xfrm>
          <a:custGeom>
            <a:avLst/>
            <a:gdLst/>
            <a:ahLst/>
            <a:cxnLst/>
            <a:rect r="r" b="b" t="t" l="l"/>
            <a:pathLst>
              <a:path h="8368040" w="15641197">
                <a:moveTo>
                  <a:pt x="0" y="0"/>
                </a:moveTo>
                <a:lnTo>
                  <a:pt x="15641197" y="0"/>
                </a:lnTo>
                <a:lnTo>
                  <a:pt x="15641197" y="8368041"/>
                </a:lnTo>
                <a:lnTo>
                  <a:pt x="0" y="83680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52964" y="286498"/>
            <a:ext cx="538207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หน้าหลักขอความช่วยเหลือ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43518" y="1162582"/>
            <a:ext cx="5800965" cy="8739684"/>
          </a:xfrm>
          <a:custGeom>
            <a:avLst/>
            <a:gdLst/>
            <a:ahLst/>
            <a:cxnLst/>
            <a:rect r="r" b="b" t="t" l="l"/>
            <a:pathLst>
              <a:path h="8739684" w="5800965">
                <a:moveTo>
                  <a:pt x="0" y="0"/>
                </a:moveTo>
                <a:lnTo>
                  <a:pt x="5800964" y="0"/>
                </a:lnTo>
                <a:lnTo>
                  <a:pt x="5800964" y="8739684"/>
                </a:lnTo>
                <a:lnTo>
                  <a:pt x="0" y="873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37728" y="141605"/>
            <a:ext cx="684683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หน้ากรอกข้อมูลขอความช่วยเหลือ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85675" y="1179318"/>
            <a:ext cx="9950943" cy="8707075"/>
          </a:xfrm>
          <a:custGeom>
            <a:avLst/>
            <a:gdLst/>
            <a:ahLst/>
            <a:cxnLst/>
            <a:rect r="r" b="b" t="t" l="l"/>
            <a:pathLst>
              <a:path h="8707075" w="9950943">
                <a:moveTo>
                  <a:pt x="0" y="0"/>
                </a:moveTo>
                <a:lnTo>
                  <a:pt x="9950943" y="0"/>
                </a:lnTo>
                <a:lnTo>
                  <a:pt x="9950943" y="8707075"/>
                </a:lnTo>
                <a:lnTo>
                  <a:pt x="0" y="8707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68672" y="141605"/>
            <a:ext cx="578494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หน้าขอความช่วยเหลือสำเร็จ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72930" y="1212788"/>
            <a:ext cx="10142139" cy="8747595"/>
          </a:xfrm>
          <a:custGeom>
            <a:avLst/>
            <a:gdLst/>
            <a:ahLst/>
            <a:cxnLst/>
            <a:rect r="r" b="b" t="t" l="l"/>
            <a:pathLst>
              <a:path h="8747595" w="10142139">
                <a:moveTo>
                  <a:pt x="0" y="0"/>
                </a:moveTo>
                <a:lnTo>
                  <a:pt x="10142140" y="0"/>
                </a:lnTo>
                <a:lnTo>
                  <a:pt x="10142140" y="8747595"/>
                </a:lnTo>
                <a:lnTo>
                  <a:pt x="0" y="87475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30424" y="141605"/>
            <a:ext cx="586144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หน้าประวัติขอความช่วยเหลือ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93074" y="1274005"/>
            <a:ext cx="9301853" cy="8557704"/>
          </a:xfrm>
          <a:custGeom>
            <a:avLst/>
            <a:gdLst/>
            <a:ahLst/>
            <a:cxnLst/>
            <a:rect r="r" b="b" t="t" l="l"/>
            <a:pathLst>
              <a:path h="8557704" w="9301853">
                <a:moveTo>
                  <a:pt x="0" y="0"/>
                </a:moveTo>
                <a:lnTo>
                  <a:pt x="9301852" y="0"/>
                </a:lnTo>
                <a:lnTo>
                  <a:pt x="9301852" y="8557704"/>
                </a:lnTo>
                <a:lnTo>
                  <a:pt x="0" y="8557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31231" y="141605"/>
            <a:ext cx="365983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หน้าติดตามสถานะ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7391" y="1424623"/>
            <a:ext cx="12373217" cy="8522053"/>
          </a:xfrm>
          <a:custGeom>
            <a:avLst/>
            <a:gdLst/>
            <a:ahLst/>
            <a:cxnLst/>
            <a:rect r="r" b="b" t="t" l="l"/>
            <a:pathLst>
              <a:path h="8522053" w="12373217">
                <a:moveTo>
                  <a:pt x="0" y="0"/>
                </a:moveTo>
                <a:lnTo>
                  <a:pt x="12373218" y="0"/>
                </a:lnTo>
                <a:lnTo>
                  <a:pt x="12373218" y="8522053"/>
                </a:lnTo>
                <a:lnTo>
                  <a:pt x="0" y="85220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28371" y="253028"/>
            <a:ext cx="483125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หน้าแชทบอทน้องห่วงใย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11624" y="1424623"/>
            <a:ext cx="12864752" cy="8169118"/>
          </a:xfrm>
          <a:custGeom>
            <a:avLst/>
            <a:gdLst/>
            <a:ahLst/>
            <a:cxnLst/>
            <a:rect r="r" b="b" t="t" l="l"/>
            <a:pathLst>
              <a:path h="8169118" w="12864752">
                <a:moveTo>
                  <a:pt x="0" y="0"/>
                </a:moveTo>
                <a:lnTo>
                  <a:pt x="12864752" y="0"/>
                </a:lnTo>
                <a:lnTo>
                  <a:pt x="12864752" y="8169117"/>
                </a:lnTo>
                <a:lnTo>
                  <a:pt x="0" y="8169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35403" y="336704"/>
            <a:ext cx="421719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หน้าประกาศข่าวสาร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59791" y="1262994"/>
            <a:ext cx="12568417" cy="8719339"/>
          </a:xfrm>
          <a:custGeom>
            <a:avLst/>
            <a:gdLst/>
            <a:ahLst/>
            <a:cxnLst/>
            <a:rect r="r" b="b" t="t" l="l"/>
            <a:pathLst>
              <a:path h="8719339" w="12568417">
                <a:moveTo>
                  <a:pt x="0" y="0"/>
                </a:moveTo>
                <a:lnTo>
                  <a:pt x="12568418" y="0"/>
                </a:lnTo>
                <a:lnTo>
                  <a:pt x="12568418" y="8719339"/>
                </a:lnTo>
                <a:lnTo>
                  <a:pt x="0" y="8719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71588" y="141605"/>
            <a:ext cx="317911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หน้าหลักบริจาค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10692" y="1203725"/>
            <a:ext cx="10266615" cy="8893455"/>
          </a:xfrm>
          <a:custGeom>
            <a:avLst/>
            <a:gdLst/>
            <a:ahLst/>
            <a:cxnLst/>
            <a:rect r="r" b="b" t="t" l="l"/>
            <a:pathLst>
              <a:path h="8893455" w="10266615">
                <a:moveTo>
                  <a:pt x="0" y="0"/>
                </a:moveTo>
                <a:lnTo>
                  <a:pt x="10266616" y="0"/>
                </a:lnTo>
                <a:lnTo>
                  <a:pt x="10266616" y="8893455"/>
                </a:lnTo>
                <a:lnTo>
                  <a:pt x="0" y="8893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39279" y="141605"/>
            <a:ext cx="464373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หน้ากรอกข้อมูลบริจาค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22886" y="1420369"/>
            <a:ext cx="14642229" cy="8038755"/>
          </a:xfrm>
          <a:custGeom>
            <a:avLst/>
            <a:gdLst/>
            <a:ahLst/>
            <a:cxnLst/>
            <a:rect r="r" b="b" t="t" l="l"/>
            <a:pathLst>
              <a:path h="8038755" w="14642229">
                <a:moveTo>
                  <a:pt x="0" y="0"/>
                </a:moveTo>
                <a:lnTo>
                  <a:pt x="14642228" y="0"/>
                </a:lnTo>
                <a:lnTo>
                  <a:pt x="14642228" y="8038754"/>
                </a:lnTo>
                <a:lnTo>
                  <a:pt x="0" y="8038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26" t="0" r="-107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96628" y="141605"/>
            <a:ext cx="492903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หน้าดูศูนย์รับบริจาคย่อย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85623" y="1263090"/>
            <a:ext cx="10116754" cy="8713055"/>
          </a:xfrm>
          <a:custGeom>
            <a:avLst/>
            <a:gdLst/>
            <a:ahLst/>
            <a:cxnLst/>
            <a:rect r="r" b="b" t="t" l="l"/>
            <a:pathLst>
              <a:path h="8713055" w="10116754">
                <a:moveTo>
                  <a:pt x="0" y="0"/>
                </a:moveTo>
                <a:lnTo>
                  <a:pt x="10116754" y="0"/>
                </a:lnTo>
                <a:lnTo>
                  <a:pt x="10116754" y="8713055"/>
                </a:lnTo>
                <a:lnTo>
                  <a:pt x="0" y="8713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19572" y="141605"/>
            <a:ext cx="568315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หน้าลงทะเทียนบริจาคสำเร็จ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40485" y="1157451"/>
            <a:ext cx="10407030" cy="8806949"/>
          </a:xfrm>
          <a:custGeom>
            <a:avLst/>
            <a:gdLst/>
            <a:ahLst/>
            <a:cxnLst/>
            <a:rect r="r" b="b" t="t" l="l"/>
            <a:pathLst>
              <a:path h="8806949" w="10407030">
                <a:moveTo>
                  <a:pt x="0" y="0"/>
                </a:moveTo>
                <a:lnTo>
                  <a:pt x="10407030" y="0"/>
                </a:lnTo>
                <a:lnTo>
                  <a:pt x="10407030" y="8806949"/>
                </a:lnTo>
                <a:lnTo>
                  <a:pt x="0" y="88069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98221" y="141605"/>
            <a:ext cx="509155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หน้าติดตามสถานะบริจาค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40678" y="1329978"/>
            <a:ext cx="12006643" cy="8539725"/>
          </a:xfrm>
          <a:custGeom>
            <a:avLst/>
            <a:gdLst/>
            <a:ahLst/>
            <a:cxnLst/>
            <a:rect r="r" b="b" t="t" l="l"/>
            <a:pathLst>
              <a:path h="8539725" w="12006643">
                <a:moveTo>
                  <a:pt x="0" y="0"/>
                </a:moveTo>
                <a:lnTo>
                  <a:pt x="12006644" y="0"/>
                </a:lnTo>
                <a:lnTo>
                  <a:pt x="12006644" y="8539725"/>
                </a:lnTo>
                <a:lnTo>
                  <a:pt x="0" y="8539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31360" y="141605"/>
            <a:ext cx="462528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หน้าดูสิ่งของขาดแคลน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44579" y="1179412"/>
            <a:ext cx="10798842" cy="8612076"/>
          </a:xfrm>
          <a:custGeom>
            <a:avLst/>
            <a:gdLst/>
            <a:ahLst/>
            <a:cxnLst/>
            <a:rect r="r" b="b" t="t" l="l"/>
            <a:pathLst>
              <a:path h="8612076" w="10798842">
                <a:moveTo>
                  <a:pt x="0" y="0"/>
                </a:moveTo>
                <a:lnTo>
                  <a:pt x="10798842" y="0"/>
                </a:lnTo>
                <a:lnTo>
                  <a:pt x="10798842" y="8612076"/>
                </a:lnTo>
                <a:lnTo>
                  <a:pt x="0" y="86120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68158" y="141605"/>
            <a:ext cx="395168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หน้าดูประวัติบริจาค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79998" y="1345368"/>
            <a:ext cx="11528003" cy="8357802"/>
          </a:xfrm>
          <a:custGeom>
            <a:avLst/>
            <a:gdLst/>
            <a:ahLst/>
            <a:cxnLst/>
            <a:rect r="r" b="b" t="t" l="l"/>
            <a:pathLst>
              <a:path h="8357802" w="11528003">
                <a:moveTo>
                  <a:pt x="0" y="0"/>
                </a:moveTo>
                <a:lnTo>
                  <a:pt x="11528004" y="0"/>
                </a:lnTo>
                <a:lnTo>
                  <a:pt x="11528004" y="8357802"/>
                </a:lnTo>
                <a:lnTo>
                  <a:pt x="0" y="8357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97599" y="141605"/>
            <a:ext cx="789280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หน้าแจ้งเตือนเมื่อของบริจาคถึงมือผู้รับ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55754" y="1145847"/>
            <a:ext cx="11776492" cy="8552677"/>
          </a:xfrm>
          <a:custGeom>
            <a:avLst/>
            <a:gdLst/>
            <a:ahLst/>
            <a:cxnLst/>
            <a:rect r="r" b="b" t="t" l="l"/>
            <a:pathLst>
              <a:path h="8552677" w="11776492">
                <a:moveTo>
                  <a:pt x="0" y="0"/>
                </a:moveTo>
                <a:lnTo>
                  <a:pt x="11776492" y="0"/>
                </a:lnTo>
                <a:lnTo>
                  <a:pt x="11776492" y="8552677"/>
                </a:lnTo>
                <a:lnTo>
                  <a:pt x="0" y="85526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26163" y="141605"/>
            <a:ext cx="563567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หน้าล็อกอินสำหรับเจ้าหน้าที่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97745" y="1129112"/>
            <a:ext cx="7292509" cy="9017013"/>
          </a:xfrm>
          <a:custGeom>
            <a:avLst/>
            <a:gdLst/>
            <a:ahLst/>
            <a:cxnLst/>
            <a:rect r="r" b="b" t="t" l="l"/>
            <a:pathLst>
              <a:path h="9017013" w="7292509">
                <a:moveTo>
                  <a:pt x="0" y="0"/>
                </a:moveTo>
                <a:lnTo>
                  <a:pt x="7292510" y="0"/>
                </a:lnTo>
                <a:lnTo>
                  <a:pt x="7292510" y="9017013"/>
                </a:lnTo>
                <a:lnTo>
                  <a:pt x="0" y="9017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52951" y="141605"/>
            <a:ext cx="678209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หน้าสมัครสมาชิกสำหรับเจ้าหน้าที่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01544" y="1028700"/>
            <a:ext cx="14484912" cy="8491779"/>
          </a:xfrm>
          <a:custGeom>
            <a:avLst/>
            <a:gdLst/>
            <a:ahLst/>
            <a:cxnLst/>
            <a:rect r="r" b="b" t="t" l="l"/>
            <a:pathLst>
              <a:path h="8491779" w="14484912">
                <a:moveTo>
                  <a:pt x="0" y="0"/>
                </a:moveTo>
                <a:lnTo>
                  <a:pt x="14484912" y="0"/>
                </a:lnTo>
                <a:lnTo>
                  <a:pt x="14484912" y="8491779"/>
                </a:lnTo>
                <a:lnTo>
                  <a:pt x="0" y="84917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19354" y="141605"/>
            <a:ext cx="504929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หน้าหลักสำหรับเจ้าหน้าที่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38663" y="1209261"/>
            <a:ext cx="12410674" cy="8485799"/>
          </a:xfrm>
          <a:custGeom>
            <a:avLst/>
            <a:gdLst/>
            <a:ahLst/>
            <a:cxnLst/>
            <a:rect r="r" b="b" t="t" l="l"/>
            <a:pathLst>
              <a:path h="8485799" w="12410674">
                <a:moveTo>
                  <a:pt x="0" y="0"/>
                </a:moveTo>
                <a:lnTo>
                  <a:pt x="12410674" y="0"/>
                </a:lnTo>
                <a:lnTo>
                  <a:pt x="12410674" y="8485798"/>
                </a:lnTo>
                <a:lnTo>
                  <a:pt x="0" y="84857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52692" y="141605"/>
            <a:ext cx="378261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หน้าดูรายการ sos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36403" y="1275979"/>
            <a:ext cx="12215194" cy="8352139"/>
          </a:xfrm>
          <a:custGeom>
            <a:avLst/>
            <a:gdLst/>
            <a:ahLst/>
            <a:cxnLst/>
            <a:rect r="r" b="b" t="t" l="l"/>
            <a:pathLst>
              <a:path h="8352139" w="12215194">
                <a:moveTo>
                  <a:pt x="0" y="0"/>
                </a:moveTo>
                <a:lnTo>
                  <a:pt x="12215194" y="0"/>
                </a:lnTo>
                <a:lnTo>
                  <a:pt x="12215194" y="8352139"/>
                </a:lnTo>
                <a:lnTo>
                  <a:pt x="0" y="83521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85408" y="141605"/>
            <a:ext cx="771718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หน้าดูรายการ sos (กำลังดำแนินการ)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60250" y="1239234"/>
            <a:ext cx="11567501" cy="8487654"/>
          </a:xfrm>
          <a:custGeom>
            <a:avLst/>
            <a:gdLst/>
            <a:ahLst/>
            <a:cxnLst/>
            <a:rect r="r" b="b" t="t" l="l"/>
            <a:pathLst>
              <a:path h="8487654" w="11567501">
                <a:moveTo>
                  <a:pt x="0" y="0"/>
                </a:moveTo>
                <a:lnTo>
                  <a:pt x="11567500" y="0"/>
                </a:lnTo>
                <a:lnTo>
                  <a:pt x="11567500" y="8487654"/>
                </a:lnTo>
                <a:lnTo>
                  <a:pt x="0" y="8487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13277" y="141605"/>
            <a:ext cx="586144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หน้าดูรายการ sos (เสร็จสิ้น)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67433" y="1156842"/>
            <a:ext cx="6353135" cy="8688047"/>
          </a:xfrm>
          <a:custGeom>
            <a:avLst/>
            <a:gdLst/>
            <a:ahLst/>
            <a:cxnLst/>
            <a:rect r="r" b="b" t="t" l="l"/>
            <a:pathLst>
              <a:path h="8688047" w="6353135">
                <a:moveTo>
                  <a:pt x="0" y="0"/>
                </a:moveTo>
                <a:lnTo>
                  <a:pt x="6353134" y="0"/>
                </a:lnTo>
                <a:lnTo>
                  <a:pt x="6353134" y="8688048"/>
                </a:lnTo>
                <a:lnTo>
                  <a:pt x="0" y="8688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19168" y="141605"/>
            <a:ext cx="444966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หน้ารับของเข้าบริจาค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35284" y="1228499"/>
            <a:ext cx="8417432" cy="8666596"/>
          </a:xfrm>
          <a:custGeom>
            <a:avLst/>
            <a:gdLst/>
            <a:ahLst/>
            <a:cxnLst/>
            <a:rect r="r" b="b" t="t" l="l"/>
            <a:pathLst>
              <a:path h="8666596" w="8417432">
                <a:moveTo>
                  <a:pt x="0" y="0"/>
                </a:moveTo>
                <a:lnTo>
                  <a:pt x="8417432" y="0"/>
                </a:lnTo>
                <a:lnTo>
                  <a:pt x="8417432" y="8666596"/>
                </a:lnTo>
                <a:lnTo>
                  <a:pt x="0" y="8666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92514" y="141605"/>
            <a:ext cx="710297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หน้าตรวจสอบข้อมูลรับของเข้าคลัง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97405" y="1396876"/>
            <a:ext cx="6493189" cy="8129188"/>
          </a:xfrm>
          <a:custGeom>
            <a:avLst/>
            <a:gdLst/>
            <a:ahLst/>
            <a:cxnLst/>
            <a:rect r="r" b="b" t="t" l="l"/>
            <a:pathLst>
              <a:path h="8129188" w="6493189">
                <a:moveTo>
                  <a:pt x="0" y="0"/>
                </a:moveTo>
                <a:lnTo>
                  <a:pt x="6493190" y="0"/>
                </a:lnTo>
                <a:lnTo>
                  <a:pt x="6493190" y="8129188"/>
                </a:lnTo>
                <a:lnTo>
                  <a:pt x="0" y="8129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16650" y="141605"/>
            <a:ext cx="54547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หน้าเอาของบริจาคเข้าคลัง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464" y="1028700"/>
            <a:ext cx="16383071" cy="8805901"/>
          </a:xfrm>
          <a:custGeom>
            <a:avLst/>
            <a:gdLst/>
            <a:ahLst/>
            <a:cxnLst/>
            <a:rect r="r" b="b" t="t" l="l"/>
            <a:pathLst>
              <a:path h="8805901" w="16383071">
                <a:moveTo>
                  <a:pt x="0" y="0"/>
                </a:moveTo>
                <a:lnTo>
                  <a:pt x="16383072" y="0"/>
                </a:lnTo>
                <a:lnTo>
                  <a:pt x="16383072" y="8805901"/>
                </a:lnTo>
                <a:lnTo>
                  <a:pt x="0" y="880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06221" y="141605"/>
            <a:ext cx="327555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หน้าแผนที่วิกฤต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03649" y="1145847"/>
            <a:ext cx="13480701" cy="8914114"/>
          </a:xfrm>
          <a:custGeom>
            <a:avLst/>
            <a:gdLst/>
            <a:ahLst/>
            <a:cxnLst/>
            <a:rect r="r" b="b" t="t" l="l"/>
            <a:pathLst>
              <a:path h="8914114" w="13480701">
                <a:moveTo>
                  <a:pt x="0" y="0"/>
                </a:moveTo>
                <a:lnTo>
                  <a:pt x="13480702" y="0"/>
                </a:lnTo>
                <a:lnTo>
                  <a:pt x="13480702" y="8914114"/>
                </a:lnTo>
                <a:lnTo>
                  <a:pt x="0" y="89141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98221" y="141605"/>
            <a:ext cx="509155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หน้าดูรายการของในคลัง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62751" y="1130538"/>
            <a:ext cx="11162498" cy="8804420"/>
          </a:xfrm>
          <a:custGeom>
            <a:avLst/>
            <a:gdLst/>
            <a:ahLst/>
            <a:cxnLst/>
            <a:rect r="r" b="b" t="t" l="l"/>
            <a:pathLst>
              <a:path h="8804420" w="11162498">
                <a:moveTo>
                  <a:pt x="0" y="0"/>
                </a:moveTo>
                <a:lnTo>
                  <a:pt x="11162498" y="0"/>
                </a:lnTo>
                <a:lnTo>
                  <a:pt x="11162498" y="8804420"/>
                </a:lnTo>
                <a:lnTo>
                  <a:pt x="0" y="8804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20309" y="141605"/>
            <a:ext cx="524738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หน้าล็อกอินสำหรับแอดมิน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9068" y="1231217"/>
            <a:ext cx="15289864" cy="8160965"/>
          </a:xfrm>
          <a:custGeom>
            <a:avLst/>
            <a:gdLst/>
            <a:ahLst/>
            <a:cxnLst/>
            <a:rect r="r" b="b" t="t" l="l"/>
            <a:pathLst>
              <a:path h="8160965" w="15289864">
                <a:moveTo>
                  <a:pt x="0" y="0"/>
                </a:moveTo>
                <a:lnTo>
                  <a:pt x="15289864" y="0"/>
                </a:lnTo>
                <a:lnTo>
                  <a:pt x="15289864" y="8160965"/>
                </a:lnTo>
                <a:lnTo>
                  <a:pt x="0" y="8160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14853" y="141605"/>
            <a:ext cx="325829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หน้าDashboard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0863" y="1279729"/>
            <a:ext cx="16586275" cy="8687062"/>
          </a:xfrm>
          <a:custGeom>
            <a:avLst/>
            <a:gdLst/>
            <a:ahLst/>
            <a:cxnLst/>
            <a:rect r="r" b="b" t="t" l="l"/>
            <a:pathLst>
              <a:path h="8687062" w="16586275">
                <a:moveTo>
                  <a:pt x="0" y="0"/>
                </a:moveTo>
                <a:lnTo>
                  <a:pt x="16586274" y="0"/>
                </a:lnTo>
                <a:lnTo>
                  <a:pt x="16586274" y="8687062"/>
                </a:lnTo>
                <a:lnTo>
                  <a:pt x="0" y="8687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70068" y="141605"/>
            <a:ext cx="434786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หน้าจัดการคำขอ sos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2759" y="1211287"/>
            <a:ext cx="15542483" cy="8334656"/>
          </a:xfrm>
          <a:custGeom>
            <a:avLst/>
            <a:gdLst/>
            <a:ahLst/>
            <a:cxnLst/>
            <a:rect r="r" b="b" t="t" l="l"/>
            <a:pathLst>
              <a:path h="8334656" w="15542483">
                <a:moveTo>
                  <a:pt x="0" y="0"/>
                </a:moveTo>
                <a:lnTo>
                  <a:pt x="15542482" y="0"/>
                </a:lnTo>
                <a:lnTo>
                  <a:pt x="15542482" y="8334656"/>
                </a:lnTo>
                <a:lnTo>
                  <a:pt x="0" y="8334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86674" y="141605"/>
            <a:ext cx="53146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หน้าดูรายละเอียดผู้บริจาค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2746" y="1177408"/>
            <a:ext cx="15582508" cy="8375598"/>
          </a:xfrm>
          <a:custGeom>
            <a:avLst/>
            <a:gdLst/>
            <a:ahLst/>
            <a:cxnLst/>
            <a:rect r="r" b="b" t="t" l="l"/>
            <a:pathLst>
              <a:path h="8375598" w="15582508">
                <a:moveTo>
                  <a:pt x="0" y="0"/>
                </a:moveTo>
                <a:lnTo>
                  <a:pt x="15582508" y="0"/>
                </a:lnTo>
                <a:lnTo>
                  <a:pt x="15582508" y="8375598"/>
                </a:lnTo>
                <a:lnTo>
                  <a:pt x="0" y="8375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50955" y="141605"/>
            <a:ext cx="53860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หน้าดูรายละเอียดเจ้าหน้าที่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6451" y="1176911"/>
            <a:ext cx="16535099" cy="8784271"/>
          </a:xfrm>
          <a:custGeom>
            <a:avLst/>
            <a:gdLst/>
            <a:ahLst/>
            <a:cxnLst/>
            <a:rect r="r" b="b" t="t" l="l"/>
            <a:pathLst>
              <a:path h="8784271" w="16535099">
                <a:moveTo>
                  <a:pt x="0" y="0"/>
                </a:moveTo>
                <a:lnTo>
                  <a:pt x="16535098" y="0"/>
                </a:lnTo>
                <a:lnTo>
                  <a:pt x="16535098" y="8784271"/>
                </a:lnTo>
                <a:lnTo>
                  <a:pt x="0" y="87842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24439" y="141605"/>
            <a:ext cx="58391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หน้าดูรายละเอียดคลังบริจาค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301" y="1220755"/>
            <a:ext cx="15565398" cy="8288575"/>
          </a:xfrm>
          <a:custGeom>
            <a:avLst/>
            <a:gdLst/>
            <a:ahLst/>
            <a:cxnLst/>
            <a:rect r="r" b="b" t="t" l="l"/>
            <a:pathLst>
              <a:path h="8288575" w="15565398">
                <a:moveTo>
                  <a:pt x="0" y="0"/>
                </a:moveTo>
                <a:lnTo>
                  <a:pt x="15565398" y="0"/>
                </a:lnTo>
                <a:lnTo>
                  <a:pt x="15565398" y="8288574"/>
                </a:lnTo>
                <a:lnTo>
                  <a:pt x="0" y="82885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47197" y="141605"/>
            <a:ext cx="599360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หน้าพิมพ์รายงานของบริจาค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4773" y="1262994"/>
            <a:ext cx="15418454" cy="8229600"/>
          </a:xfrm>
          <a:custGeom>
            <a:avLst/>
            <a:gdLst/>
            <a:ahLst/>
            <a:cxnLst/>
            <a:rect r="r" b="b" t="t" l="l"/>
            <a:pathLst>
              <a:path h="8229600" w="15418454">
                <a:moveTo>
                  <a:pt x="0" y="0"/>
                </a:moveTo>
                <a:lnTo>
                  <a:pt x="15418454" y="0"/>
                </a:lnTo>
                <a:lnTo>
                  <a:pt x="1541845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41927" y="141605"/>
            <a:ext cx="460414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หน้าพิมพ์รายงาน sos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9772" y="1217808"/>
            <a:ext cx="16008457" cy="8524503"/>
          </a:xfrm>
          <a:custGeom>
            <a:avLst/>
            <a:gdLst/>
            <a:ahLst/>
            <a:cxnLst/>
            <a:rect r="r" b="b" t="t" l="l"/>
            <a:pathLst>
              <a:path h="8524503" w="16008457">
                <a:moveTo>
                  <a:pt x="0" y="0"/>
                </a:moveTo>
                <a:lnTo>
                  <a:pt x="16008456" y="0"/>
                </a:lnTo>
                <a:lnTo>
                  <a:pt x="16008456" y="8524504"/>
                </a:lnTo>
                <a:lnTo>
                  <a:pt x="0" y="852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09419" y="141605"/>
            <a:ext cx="686916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direk Sans Bold"/>
                <a:ea typeface="Adirek Sans Bold"/>
                <a:cs typeface="Adirek Sans Bold"/>
                <a:sym typeface="Adirek Sans Bold"/>
              </a:rPr>
              <a:t>หน้าพิมพ์รายงานคลังของบริจาค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DAHBLCaoRN8</dc:identifier>
  <dcterms:modified xsi:type="dcterms:W3CDTF">2011-08-01T06:04:30Z</dcterms:modified>
  <cp:revision>1</cp:revision>
  <dc:title>ระบบจัดการของบริจาคน้ำท่วม</dc:title>
</cp:coreProperties>
</file>